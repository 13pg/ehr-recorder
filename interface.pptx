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8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10235" y="507365"/>
            <a:ext cx="11317605" cy="61347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14680" y="504825"/>
            <a:ext cx="11302365" cy="3619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菜单栏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6585" y="507365"/>
            <a:ext cx="1594485" cy="38163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端口：</a:t>
            </a:r>
            <a:r>
              <a:rPr lang="en-US" altLang="zh-CN">
                <a:solidFill>
                  <a:schemeClr val="tx1"/>
                </a:solidFill>
              </a:rPr>
              <a:t>COM3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12165" y="1059815"/>
            <a:ext cx="3166110" cy="545211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参数</a:t>
            </a:r>
            <a:r>
              <a:rPr lang="zh-CN" altLang="en-US">
                <a:solidFill>
                  <a:schemeClr val="tx1"/>
                </a:solidFill>
              </a:rPr>
              <a:t>设置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483735" y="1134110"/>
            <a:ext cx="7190105" cy="270065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云图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453890" y="4271010"/>
            <a:ext cx="7179945" cy="233426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个性化展示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05555" y="507365"/>
            <a:ext cx="1594485" cy="38163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通讯地址：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11070" y="507365"/>
            <a:ext cx="1594485" cy="38163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波特率：</a:t>
            </a:r>
            <a:r>
              <a:rPr lang="en-US" altLang="zh-CN">
                <a:solidFill>
                  <a:schemeClr val="tx1"/>
                </a:solidFill>
              </a:rPr>
              <a:t>9600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圆角矩形 6"/>
          <p:cNvSpPr/>
          <p:nvPr/>
        </p:nvSpPr>
        <p:spPr>
          <a:xfrm>
            <a:off x="812165" y="1059815"/>
            <a:ext cx="9401175" cy="48793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11195" y="5099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参数</a:t>
            </a:r>
            <a:r>
              <a:rPr lang="zh-CN" altLang="en-US">
                <a:sym typeface="+mn-ea"/>
              </a:rPr>
              <a:t>设置页面详情：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56335" y="1407795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管壁温度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56335" y="2028825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岩心孔隙度：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290570" y="1462405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管壁温度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90570" y="2028825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岩心渗透率：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427085" y="2073910"/>
            <a:ext cx="1380490" cy="4318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修改</a:t>
            </a:r>
            <a:r>
              <a:rPr lang="zh-CN" altLang="en-US"/>
              <a:t>值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096645" y="1388110"/>
            <a:ext cx="8751570" cy="217551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96645" y="3649345"/>
            <a:ext cx="8710930" cy="219900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879340" y="3195320"/>
            <a:ext cx="1543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基础</a:t>
            </a:r>
            <a:r>
              <a:rPr lang="zh-CN" altLang="en-US"/>
              <a:t>参数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06340" y="5297805"/>
            <a:ext cx="1543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其他参数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427085" y="4777105"/>
            <a:ext cx="1380490" cy="4318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修改</a:t>
            </a:r>
            <a:r>
              <a:rPr lang="zh-CN" altLang="en-US"/>
              <a:t>值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89355" y="2728595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预留参数：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224020" y="4472305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预留参数：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283335" y="4472305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预留参数：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137660" y="3896360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产出压力：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283335" y="3896360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注入压力：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505200" y="2741295"/>
            <a:ext cx="2854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预留参数：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圆角矩形 6"/>
          <p:cNvSpPr/>
          <p:nvPr/>
        </p:nvSpPr>
        <p:spPr>
          <a:xfrm>
            <a:off x="812165" y="1059815"/>
            <a:ext cx="9401175" cy="48793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11195" y="5099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云图</a:t>
            </a:r>
            <a:r>
              <a:rPr lang="zh-CN" altLang="en-US">
                <a:sym typeface="+mn-ea"/>
              </a:rPr>
              <a:t>页面详情：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213610" y="1958975"/>
            <a:ext cx="6458585" cy="134556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722120" y="1597025"/>
            <a:ext cx="709930" cy="19754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315085" y="2167890"/>
            <a:ext cx="407035" cy="9378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421370" y="1597025"/>
            <a:ext cx="709930" cy="19754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131300" y="2167890"/>
            <a:ext cx="407035" cy="9378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650740" y="2447290"/>
            <a:ext cx="1936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云图区</a:t>
            </a:r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2923540" y="2167890"/>
            <a:ext cx="411480" cy="2825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7" name="椭圆 26"/>
          <p:cNvSpPr/>
          <p:nvPr/>
        </p:nvSpPr>
        <p:spPr>
          <a:xfrm>
            <a:off x="4253865" y="2164715"/>
            <a:ext cx="411480" cy="2825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8" name="椭圆 27"/>
          <p:cNvSpPr/>
          <p:nvPr/>
        </p:nvSpPr>
        <p:spPr>
          <a:xfrm>
            <a:off x="5656580" y="2167890"/>
            <a:ext cx="411480" cy="2825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9" name="椭圆 28"/>
          <p:cNvSpPr/>
          <p:nvPr/>
        </p:nvSpPr>
        <p:spPr>
          <a:xfrm>
            <a:off x="7275195" y="2164715"/>
            <a:ext cx="411480" cy="2825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30" name="椭圆 29"/>
          <p:cNvSpPr/>
          <p:nvPr/>
        </p:nvSpPr>
        <p:spPr>
          <a:xfrm>
            <a:off x="6534150" y="2870200"/>
            <a:ext cx="411480" cy="2825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31" name="椭圆 30"/>
          <p:cNvSpPr/>
          <p:nvPr/>
        </p:nvSpPr>
        <p:spPr>
          <a:xfrm>
            <a:off x="3588385" y="2870200"/>
            <a:ext cx="411480" cy="2825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2" name="椭圆 31"/>
          <p:cNvSpPr/>
          <p:nvPr/>
        </p:nvSpPr>
        <p:spPr>
          <a:xfrm>
            <a:off x="4916805" y="2870200"/>
            <a:ext cx="411480" cy="2825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4" name="圆角矩形 33"/>
          <p:cNvSpPr/>
          <p:nvPr/>
        </p:nvSpPr>
        <p:spPr>
          <a:xfrm>
            <a:off x="2923540" y="5066665"/>
            <a:ext cx="1648460" cy="516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</a:t>
            </a:r>
            <a:r>
              <a:rPr lang="zh-CN" altLang="en-US"/>
              <a:t>渲染</a:t>
            </a:r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6003925" y="5066665"/>
            <a:ext cx="1648460" cy="516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停止渲染</a:t>
            </a:r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1168400" y="2219325"/>
            <a:ext cx="622300" cy="31369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P1</a:t>
            </a:r>
            <a:endParaRPr lang="en-US" altLang="zh-CN"/>
          </a:p>
        </p:txBody>
      </p:sp>
      <p:sp>
        <p:nvSpPr>
          <p:cNvPr id="37" name="椭圆 36"/>
          <p:cNvSpPr/>
          <p:nvPr/>
        </p:nvSpPr>
        <p:spPr>
          <a:xfrm>
            <a:off x="9210040" y="2250440"/>
            <a:ext cx="617220" cy="282575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P2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圆角矩形 6"/>
          <p:cNvSpPr/>
          <p:nvPr/>
        </p:nvSpPr>
        <p:spPr>
          <a:xfrm>
            <a:off x="765810" y="1123315"/>
            <a:ext cx="9401175" cy="48793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11195" y="5099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个性化展示</a:t>
            </a:r>
            <a:r>
              <a:rPr lang="zh-CN" altLang="en-US">
                <a:sym typeface="+mn-ea"/>
              </a:rPr>
              <a:t>页面详情：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54455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T1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014855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T2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2649855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T3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5291455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T7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4627880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T6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3310255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T4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970655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T5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6605905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P2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5955030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P1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7933055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T9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7282180" y="1785620"/>
            <a:ext cx="660400" cy="352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T8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1354455" y="2138045"/>
            <a:ext cx="7272655" cy="32264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831340" y="4947920"/>
            <a:ext cx="6135370" cy="14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1791335" y="2197735"/>
            <a:ext cx="40005" cy="280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8815705" y="2599690"/>
            <a:ext cx="1206500" cy="4762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导出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623810" y="5039360"/>
            <a:ext cx="1191895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时间</a:t>
            </a:r>
            <a:r>
              <a:rPr lang="en-US" altLang="zh-CN"/>
              <a:t>/</a:t>
            </a:r>
            <a:r>
              <a:rPr lang="en-US" altLang="zh-CN"/>
              <a:t>mins</a:t>
            </a:r>
            <a:endParaRPr lang="en-US" altLang="zh-CN"/>
          </a:p>
        </p:txBody>
      </p:sp>
      <p:sp>
        <p:nvSpPr>
          <p:cNvPr id="35" name="文本框 34"/>
          <p:cNvSpPr txBox="1"/>
          <p:nvPr/>
        </p:nvSpPr>
        <p:spPr>
          <a:xfrm>
            <a:off x="1294130" y="2197735"/>
            <a:ext cx="497205" cy="1278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对应值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11195" y="5099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53110" y="118745"/>
            <a:ext cx="9211310" cy="406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主页面：</a:t>
            </a:r>
            <a:endParaRPr lang="zh-CN" altLang="en-US"/>
          </a:p>
          <a:p>
            <a:r>
              <a:rPr lang="zh-CN" altLang="en-US"/>
              <a:t>整体布局类似第一张</a:t>
            </a:r>
            <a:r>
              <a:rPr lang="en-US" altLang="zh-CN"/>
              <a:t>PPT</a:t>
            </a:r>
            <a:r>
              <a:rPr lang="zh-CN" altLang="en-US"/>
              <a:t>，上面的菜单栏其实是通讯配置，就三个值点开之后是一个弹窗</a:t>
            </a:r>
            <a:r>
              <a:rPr lang="en-US" altLang="zh-CN"/>
              <a:t>,</a:t>
            </a:r>
            <a:r>
              <a:rPr lang="zh-CN" altLang="en-US"/>
              <a:t>默认值就是第一张</a:t>
            </a:r>
            <a:r>
              <a:rPr lang="en-US" altLang="zh-CN"/>
              <a:t>PPT</a:t>
            </a:r>
            <a:r>
              <a:rPr lang="zh-CN" altLang="en-US"/>
              <a:t>显示的，但是可以进行修改（如果改的不对，点云图页面的开始渲染，就会出现对应报错的</a:t>
            </a:r>
            <a:r>
              <a:rPr lang="zh-CN" altLang="en-US"/>
              <a:t>弹窗）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参数设置页面详情：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/>
              <a:t>分为两块，一块是基础参数，一块是其他参数，先按照整个排版，之后进行详细</a:t>
            </a:r>
            <a:r>
              <a:rPr lang="zh-CN" altLang="en-US"/>
              <a:t>修改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参数设置页面详情：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/>
              <a:t>展示区类似这样要展示一维火驱模拟装置，然后在管道入口，出口要预留两个压力点位，后续要通过压力传感器，显示在</a:t>
            </a:r>
            <a:r>
              <a:rPr lang="zh-CN" altLang="en-US">
                <a:sym typeface="+mn-ea"/>
              </a:rPr>
              <a:t>参数设置页面里的基础参数中。剩下管内</a:t>
            </a:r>
            <a:r>
              <a:rPr lang="en-US" altLang="zh-CN">
                <a:sym typeface="+mn-ea"/>
              </a:rPr>
              <a:t>7</a:t>
            </a:r>
            <a:r>
              <a:rPr lang="zh-CN" altLang="en-US">
                <a:sym typeface="+mn-ea"/>
              </a:rPr>
              <a:t>个则是我们不同通道的温度，利用插值把整个管道都用云图来表示，然后外面的温度则是直接用通道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因为他们放在了管壁，可以模拟外界温度。最后点击</a:t>
            </a:r>
            <a:r>
              <a:rPr lang="en-US" altLang="zh-CN">
                <a:sym typeface="+mn-ea"/>
              </a:rPr>
              <a:t>‘</a:t>
            </a:r>
            <a:r>
              <a:rPr lang="zh-CN" altLang="en-US">
                <a:sym typeface="+mn-ea"/>
              </a:rPr>
              <a:t>开始渲染</a:t>
            </a:r>
            <a:r>
              <a:rPr lang="en-US" altLang="zh-CN">
                <a:sym typeface="+mn-ea"/>
              </a:rPr>
              <a:t>’</a:t>
            </a:r>
            <a:r>
              <a:rPr lang="zh-CN" altLang="en-US">
                <a:sym typeface="+mn-ea"/>
              </a:rPr>
              <a:t>按钮</a:t>
            </a:r>
            <a:r>
              <a:rPr lang="zh-CN" altLang="en-US"/>
              <a:t>从而实现了云图渲染，实时更新不同通道的温度（如果哪个通道温度没有获取就默认用插值补上，所有通道都没有获取值才显示异常弹窗），点击</a:t>
            </a:r>
            <a:r>
              <a:rPr lang="en-US" altLang="zh-CN"/>
              <a:t>‘</a:t>
            </a:r>
            <a:r>
              <a:rPr lang="zh-CN" altLang="en-US"/>
              <a:t>停止渲染</a:t>
            </a:r>
            <a:r>
              <a:rPr lang="en-US" altLang="zh-CN"/>
              <a:t>’</a:t>
            </a:r>
            <a:r>
              <a:rPr lang="zh-CN" altLang="en-US"/>
              <a:t>按钮则暂停实时更新。</a:t>
            </a:r>
            <a:r>
              <a:rPr lang="zh-CN" altLang="en-US">
                <a:sym typeface="+mn-ea"/>
              </a:rPr>
              <a:t>点击</a:t>
            </a:r>
            <a:r>
              <a:rPr lang="en-US" altLang="zh-CN">
                <a:sym typeface="+mn-ea"/>
              </a:rPr>
              <a:t>‘</a:t>
            </a:r>
            <a:r>
              <a:rPr lang="zh-CN" altLang="en-US">
                <a:sym typeface="+mn-ea"/>
              </a:rPr>
              <a:t>开始渲染</a:t>
            </a:r>
            <a:r>
              <a:rPr lang="en-US" altLang="zh-CN">
                <a:sym typeface="+mn-ea"/>
              </a:rPr>
              <a:t>’</a:t>
            </a:r>
            <a:r>
              <a:rPr lang="zh-CN" altLang="en-US">
                <a:sym typeface="+mn-ea"/>
              </a:rPr>
              <a:t>之后，这个按键会灰掉，只有按</a:t>
            </a:r>
            <a:r>
              <a:rPr lang="en-US" altLang="zh-CN">
                <a:sym typeface="+mn-ea"/>
              </a:rPr>
              <a:t>’</a:t>
            </a:r>
            <a:r>
              <a:rPr lang="zh-CN" altLang="en-US">
                <a:sym typeface="+mn-ea"/>
              </a:rPr>
              <a:t>停止渲染</a:t>
            </a:r>
            <a:r>
              <a:rPr lang="en-US" altLang="zh-CN">
                <a:sym typeface="+mn-ea"/>
              </a:rPr>
              <a:t>‘</a:t>
            </a:r>
            <a:r>
              <a:rPr lang="zh-CN" altLang="en-US">
                <a:sym typeface="+mn-ea"/>
              </a:rPr>
              <a:t>按钮</a:t>
            </a:r>
            <a:r>
              <a:rPr lang="zh-CN" altLang="en-US">
                <a:sym typeface="+mn-ea"/>
              </a:rPr>
              <a:t>之后了才可以又点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个性化展示页面</a:t>
            </a:r>
            <a:r>
              <a:rPr lang="zh-CN" altLang="en-US"/>
              <a:t>详情：</a:t>
            </a:r>
            <a:endParaRPr lang="zh-CN" altLang="en-US"/>
          </a:p>
          <a:p>
            <a:r>
              <a:rPr lang="zh-CN" altLang="en-US"/>
              <a:t>只有云图页面点击了</a:t>
            </a:r>
            <a:r>
              <a:rPr lang="en-US" altLang="zh-CN"/>
              <a:t>’</a:t>
            </a:r>
            <a:r>
              <a:rPr lang="zh-CN" altLang="en-US"/>
              <a:t>开始渲染</a:t>
            </a:r>
            <a:r>
              <a:rPr lang="en-US" altLang="zh-CN"/>
              <a:t>‘</a:t>
            </a:r>
            <a:r>
              <a:rPr lang="zh-CN" altLang="en-US"/>
              <a:t>按钮，个性化图表会默认清空之后才开始出图，图表上面是不同的通道按钮，点击不同通道，就会显示该通道值随着时间变化的曲线，</a:t>
            </a:r>
            <a:r>
              <a:rPr lang="en-US" altLang="zh-CN"/>
              <a:t>7</a:t>
            </a:r>
            <a:r>
              <a:rPr lang="zh-CN" altLang="en-US"/>
              <a:t>个管内温度通道，</a:t>
            </a:r>
            <a:r>
              <a:rPr lang="en-US" altLang="zh-CN"/>
              <a:t>2</a:t>
            </a:r>
            <a:r>
              <a:rPr lang="zh-CN" altLang="en-US"/>
              <a:t>两个预留的压力通道，两个管壁温度通道，没有获取到对应通道的值的话曲线是不显示的。然后旁边有一个导出按钮，点击之后可以把所有通道的实时数据都导出到一个</a:t>
            </a:r>
            <a:r>
              <a:rPr lang="en-US" altLang="zh-CN"/>
              <a:t>excel</a:t>
            </a:r>
            <a:r>
              <a:rPr lang="zh-CN" altLang="en-US"/>
              <a:t>里，用子表分</a:t>
            </a:r>
            <a:r>
              <a:rPr lang="zh-CN" altLang="en-US"/>
              <a:t>隔。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WPS 演示</Application>
  <PresentationFormat>宽屏</PresentationFormat>
  <Paragraphs>118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Microsoft YaHei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xrf</dc:creator>
  <cp:lastModifiedBy>13:57</cp:lastModifiedBy>
  <cp:revision>8</cp:revision>
  <dcterms:created xsi:type="dcterms:W3CDTF">2023-08-09T12:44:00Z</dcterms:created>
  <dcterms:modified xsi:type="dcterms:W3CDTF">2026-06-19T06:46:09Z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2239C47CF5F8498BBECF536F11B71B2F_12</vt:lpwstr>
  </property>
</Properties>
</file>